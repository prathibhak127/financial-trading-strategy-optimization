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9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4006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Trading Strategy Optimization</a:t>
            </a:r>
            <a:endParaRPr lang="en-US" sz="45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8803558-6E23-C6F8-423C-008751174A52}"/>
              </a:ext>
            </a:extLst>
          </p:cNvPr>
          <p:cNvSpPr/>
          <p:nvPr/>
        </p:nvSpPr>
        <p:spPr>
          <a:xfrm>
            <a:off x="5405120" y="3948853"/>
            <a:ext cx="3461173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new trading strategy (B) against baseline (A)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trades analyzed across 6 instruments over multiple market conditions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 shows measurable performance improvement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remains controlled within acceptable guardrails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44927"/>
            <a:ext cx="7924800" cy="2236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Question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27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roll out the new Strategy B to replace our current approach?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49727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Considerations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19200" y="2522140"/>
            <a:ext cx="70104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 improve average returns?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 increase risk unacceptably?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 work across different market conditions?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7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5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Tested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7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 (Control)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0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483 trades using current baseline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5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 (Test)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517 trades using new improved 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4221163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50/50 split across AAPL, AMZN, GOOGL, BTC/USD, EUR/USD and multiple market regimes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0400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42104"/>
            <a:ext cx="7924800" cy="13828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7350"/>
            <a:ext cx="7924800" cy="10400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28"/>
            <a:ext cx="7616952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200" y="1741091"/>
            <a:ext cx="7616952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Return Per Trade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2670704"/>
            <a:ext cx="7616952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METRICS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2933567"/>
            <a:ext cx="7162800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volatility (risk control)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execution volume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4205950"/>
            <a:ext cx="7616952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8200" y="4468813"/>
            <a:ext cx="7616952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Ratio (Return per Unit Risk)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24025"/>
            <a:ext cx="7924800" cy="24116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93715" y="1007799"/>
            <a:ext cx="215657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Finding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96696" y="2181225"/>
            <a:ext cx="715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 delivers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6696" y="2600325"/>
            <a:ext cx="7150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Returns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96696" y="3438525"/>
            <a:ext cx="7150608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controlled risk increase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607741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85967"/>
            <a:ext cx="7924800" cy="1641607"/>
          </a:xfrm>
          <a:prstGeom prst="rect">
            <a:avLst/>
          </a:prstGeom>
          <a:solidFill>
            <a:srgbClr val="1E293B"/>
          </a:solidFill>
          <a:ln w="16933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8"/>
            <a:ext cx="7461504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817291"/>
            <a:ext cx="74615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2312591"/>
            <a:ext cx="7461504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performance level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1333" y="3407701"/>
            <a:ext cx="7426960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1333" y="3670564"/>
            <a:ext cx="7426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1333" y="4165864"/>
            <a:ext cx="742696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uplift vs baseline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4407"/>
            <a:ext cx="7924800" cy="2236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 maintains acceptable risk levels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099207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Status: ✓ PASS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19200" y="2571620"/>
            <a:ext cx="70104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increase within tolerance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volume maintained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extreme outlier behavior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8207"/>
            <a:ext cx="7924800" cy="9446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62898"/>
            <a:ext cx="7924800" cy="9446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07594"/>
            <a:ext cx="7924800" cy="9446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Across Market Conditions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 tested across three market regimes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1946807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2221046"/>
            <a:ext cx="7616952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2891498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165742"/>
            <a:ext cx="7616952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3836194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Sideways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4110433"/>
            <a:ext cx="7616952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gains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44926"/>
            <a:ext cx="7924800" cy="176371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Confidence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2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statistically robust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19200" y="2049726"/>
            <a:ext cx="70104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total trades analyzed (high sample size)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confidence intervals calculated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validated across multiple segments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678192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104" y="2125859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1104" y="3573524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104" y="168011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55904" y="982992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Returns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5904" y="1455405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 increases average per-trade profitability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5904" y="2430659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Risk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55904" y="2903072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metrics remain within acceptable parameters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5904" y="3878324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Applicability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5904" y="4350742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multiple instruments and market conditions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Strategy B to production trading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performance weekly for first 30 days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automated risk alerts at guardrail thresholds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tracking by instrument and market regime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3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to 50% of volume (Week 1-2)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100% if metrics hold (Week 3-4)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4144961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management: Can revert to Strategy A within 24 hours if issues arise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executive approval for rollout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trading operations team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real-time monitoring dashboard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weekly review meetings for first month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384</Words>
  <Application>Microsoft Office PowerPoint</Application>
  <PresentationFormat>On-screen Show (16:9)</PresentationFormat>
  <Paragraphs>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Prathibha Kusuma</cp:lastModifiedBy>
  <cp:revision>3</cp:revision>
  <dcterms:created xsi:type="dcterms:W3CDTF">2026-03-01T20:53:54Z</dcterms:created>
  <dcterms:modified xsi:type="dcterms:W3CDTF">2026-03-01T21:12:22Z</dcterms:modified>
</cp:coreProperties>
</file>